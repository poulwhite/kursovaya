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6FEC00-F5A7-4216-8C50-47CC74E5BD3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E854D4-357D-4868-8AA0-73C9C715DC80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C24A5E-3706-4EA4-905A-CCD01EFB678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20A7FE-BEB1-4FE7-B458-754CC7BE34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7C0B73-36EE-4172-862E-6D67EE81DC7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798807-1FAD-4BD5-A5DE-33CEF846589E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426420-FD42-4B82-8152-D123D03C3F4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90480B-3865-4D73-BF1F-E560E421B52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6EF417-15BB-4B58-BA55-DE3173784DB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393B99-0C79-412D-A0BE-2E2B7B5D2FA2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DB9E9-9890-4DBE-B74D-D11F6CA84463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Рисунок 6"/>
          <p:cNvPicPr/>
          <p:nvPr/>
        </p:nvPicPr>
        <p:blipFill>
          <a:blip r:embed="rId1"/>
          <a:stretch/>
        </p:blipFill>
        <p:spPr>
          <a:xfrm>
            <a:off x="39312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768240" y="2103480"/>
            <a:ext cx="104328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ru-RU" sz="2800" b="1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Проектирование локальной вычислительной сети в отдельном батальоне охраны и конвоирования подозреваемых и обвиняемых УМВД России по г. Перми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Заголовок 1"/>
          <p:cNvSpPr/>
          <p:nvPr/>
        </p:nvSpPr>
        <p:spPr>
          <a:xfrm>
            <a:off x="5327640" y="5859720"/>
            <a:ext cx="1648080" cy="9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2026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"/>
          <p:cNvSpPr/>
          <p:nvPr/>
        </p:nvSpPr>
        <p:spPr>
          <a:xfrm>
            <a:off x="8312040" y="4563000"/>
            <a:ext cx="30996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Выполнил: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Одинцов В.В.,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студент группы ИКС-21-31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Руководитель: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Еремин А.А.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3"/>
          <p:cNvSpPr/>
          <p:nvPr/>
        </p:nvSpPr>
        <p:spPr>
          <a:xfrm>
            <a:off x="2491920" y="3944160"/>
            <a:ext cx="79938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Kontora"/>
              </a:rPr>
              <a:t>Специальность: 11.02.15 Инфокоммуникационные сети и системы связи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7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8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Прямоугольник 2"/>
          <p:cNvSpPr/>
          <p:nvPr/>
        </p:nvSpPr>
        <p:spPr>
          <a:xfrm>
            <a:off x="891360" y="431640"/>
            <a:ext cx="34783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АКТУАЛЬНОСТЬ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"/>
          <p:cNvSpPr/>
          <p:nvPr/>
        </p:nvSpPr>
        <p:spPr>
          <a:xfrm>
            <a:off x="10899720" y="6254640"/>
            <a:ext cx="184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11603160" y="6107760"/>
            <a:ext cx="3459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612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74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5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Прямоугольник 2"/>
          <p:cNvSpPr/>
          <p:nvPr/>
        </p:nvSpPr>
        <p:spPr>
          <a:xfrm>
            <a:off x="891360" y="431640"/>
            <a:ext cx="41997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ОБЪЕКТ И ПРЕДМЕТ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"/>
          <p:cNvSpPr/>
          <p:nvPr/>
        </p:nvSpPr>
        <p:spPr>
          <a:xfrm>
            <a:off x="11727360" y="6049440"/>
            <a:ext cx="336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0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Прямоугольник 2"/>
          <p:cNvSpPr/>
          <p:nvPr/>
        </p:nvSpPr>
        <p:spPr>
          <a:xfrm>
            <a:off x="891360" y="431640"/>
            <a:ext cx="35049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ЦЕЛЬ И ЗАДАЧИ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"/>
          <p:cNvSpPr/>
          <p:nvPr/>
        </p:nvSpPr>
        <p:spPr>
          <a:xfrm>
            <a:off x="11683080" y="5956920"/>
            <a:ext cx="416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6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"/>
          <p:cNvSpPr/>
          <p:nvPr/>
        </p:nvSpPr>
        <p:spPr>
          <a:xfrm>
            <a:off x="11727360" y="6001200"/>
            <a:ext cx="3369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2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"/>
          <p:cNvSpPr/>
          <p:nvPr/>
        </p:nvSpPr>
        <p:spPr>
          <a:xfrm>
            <a:off x="11718360" y="5788080"/>
            <a:ext cx="38124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8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"/>
          <p:cNvSpPr/>
          <p:nvPr/>
        </p:nvSpPr>
        <p:spPr>
          <a:xfrm>
            <a:off x="11736360" y="5868000"/>
            <a:ext cx="372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5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"/>
          <p:cNvSpPr/>
          <p:nvPr/>
        </p:nvSpPr>
        <p:spPr>
          <a:xfrm>
            <a:off x="11754000" y="5859360"/>
            <a:ext cx="363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8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0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"/>
          <p:cNvSpPr/>
          <p:nvPr/>
        </p:nvSpPr>
        <p:spPr>
          <a:xfrm>
            <a:off x="11780640" y="5859360"/>
            <a:ext cx="3013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9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-39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16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7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"/>
          <p:cNvSpPr/>
          <p:nvPr/>
        </p:nvSpPr>
        <p:spPr>
          <a:xfrm>
            <a:off x="11629800" y="5912640"/>
            <a:ext cx="4701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22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"/>
          <p:cNvSpPr/>
          <p:nvPr/>
        </p:nvSpPr>
        <p:spPr>
          <a:xfrm>
            <a:off x="11674080" y="5894640"/>
            <a:ext cx="4345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11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28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9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Прямоугольник 2"/>
          <p:cNvSpPr/>
          <p:nvPr/>
        </p:nvSpPr>
        <p:spPr>
          <a:xfrm>
            <a:off x="891360" y="431640"/>
            <a:ext cx="552528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НАИМЕНОВАНИЕ СЛАЙДА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 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"/>
          <p:cNvSpPr/>
          <p:nvPr/>
        </p:nvSpPr>
        <p:spPr>
          <a:xfrm>
            <a:off x="11665080" y="5912640"/>
            <a:ext cx="4258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12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Рисунок 33"/>
          <p:cNvPicPr/>
          <p:nvPr/>
        </p:nvPicPr>
        <p:blipFill>
          <a:blip r:embed="rId1"/>
          <a:srcRect l="13726" t="0" r="14088" b="15897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Прямоугольник 4"/>
          <p:cNvSpPr/>
          <p:nvPr/>
        </p:nvSpPr>
        <p:spPr>
          <a:xfrm>
            <a:off x="0" y="499680"/>
            <a:ext cx="559440" cy="232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>
                  <a:lumMod val="8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34" name="Прямоугольник 5"/>
          <p:cNvSpPr/>
          <p:nvPr/>
        </p:nvSpPr>
        <p:spPr>
          <a:xfrm>
            <a:off x="0" y="6746040"/>
            <a:ext cx="12191760" cy="107640"/>
          </a:xfrm>
          <a:prstGeom prst="rect">
            <a:avLst/>
          </a:prstGeom>
          <a:solidFill>
            <a:srgbClr val="2833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Рисунок 6"/>
          <p:cNvPicPr/>
          <p:nvPr/>
        </p:nvPicPr>
        <p:blipFill>
          <a:blip r:embed="rId2"/>
          <a:stretch/>
        </p:blipFill>
        <p:spPr>
          <a:xfrm>
            <a:off x="9519840" y="299520"/>
            <a:ext cx="2358720" cy="63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Прямоугольник 2"/>
          <p:cNvSpPr/>
          <p:nvPr/>
        </p:nvSpPr>
        <p:spPr>
          <a:xfrm>
            <a:off x="891360" y="431640"/>
            <a:ext cx="1842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Kontora"/>
              </a:rPr>
              <a:t>ВЫВОДЫ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"/>
          <p:cNvSpPr/>
          <p:nvPr/>
        </p:nvSpPr>
        <p:spPr>
          <a:xfrm>
            <a:off x="11647440" y="5868000"/>
            <a:ext cx="4701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13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Application>LibreOffice/25.8.7.3$Linux_X86_64 LibreOffice_project/580$Build-3</Application>
  <AppVersion>15.0000</AppVersion>
  <Words>81</Words>
  <Paragraphs>43</Paragraphs>
  <Company>АО «ОДК-Пермские моторы»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2026-01-13T10:04:56Z</dcterms:created>
  <dc:creator>Вдовин Сергей Петрович</dc:creator>
  <dc:description/>
  <dc:language>ru-RU</dc:language>
  <cp:lastModifiedBy>Admin</cp:lastModifiedBy>
  <dcterms:modified xsi:type="dcterms:W3CDTF">2026-04-13T19:06:36Z</dcterms:modified>
  <cp:revision>22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13</vt:i4>
  </property>
</Properties>
</file>